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FIJI | Category: SCIENTIFIC_LAB</a:t>
            </a:r>
          </a:p>
          <a:p>
            <a:r>
              <a:rPr sz="1400"/>
              <a:t>Upstream: https://github.com/fiji/fiji (GPL/MIT)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FIJI.</a:t>
            </a:r>
          </a:p>
          <a:p>
            <a:r>
              <a:rPr sz="1400"/>
              <a:t>Scientific image processing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FIJI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